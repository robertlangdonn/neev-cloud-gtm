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Funnel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Indexed URLs</c:v>
                  </c:pt>
                  <c:pt idx="1">
                    <c:v>Ranking keywords</c:v>
                  </c:pt>
                  <c:pt idx="2">
                    <c:v>Impressions</c:v>
                  </c:pt>
                  <c:pt idx="3">
                    <c:v>Clicks</c:v>
                  </c:pt>
                  <c:pt idx="4">
                    <c:v>Assisted pipeline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4160</c:v>
                </c:pt>
                <c:pt idx="1">
                  <c:v>2800</c:v>
                </c:pt>
                <c:pt idx="2">
                  <c:v>1600</c:v>
                </c:pt>
                <c:pt idx="3">
                  <c:v>420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80-BLOGS-A-WEEK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is the easy part.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Surviving it is the build.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system for indexed, ranking, pipeline-attributable content at scale — argued against NeevCloud’s real production site.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2743200" cy="0"/>
          </a:xfrm>
          <a:prstGeom prst="line">
            <a:avLst/>
          </a:prstGeom>
          <a:noFill/>
          <a:ln w="31750">
            <a:solidFill>
              <a:srgbClr val="B15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 Khake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GTM Engineer case study  ·  Deliverable 2 of 2 (deck)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PROBLEM, FRAMED CORRECTLY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 number is a trap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80/week = ~347/month = ~4,160 indexable URLs/year. At that scale, Google evaluates quality at the site level — so the binding constraints are indexation, crawl budget, and link topology, not how fast a model writes.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747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64008" cy="246888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Site-wide demotion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a low-trust domain and the Helpful Content / core quality systems can demote the whole site, not just weak pages.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743200"/>
            <a:ext cx="34747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2743200"/>
            <a:ext cx="64008" cy="246888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90288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indexation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0288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≠ indexed. "Discovered/Crawled – currently not indexed" silently eats the volume you shipped.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743200"/>
            <a:ext cx="34747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2743200"/>
            <a:ext cx="64008" cy="246888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11896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Crawl starvation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11896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scarce crawl budget gets spent on 4,000 new URLs instead of the GPU pages that convert.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plan treats 80/week as a throughput problem, it has already failed the core test of this role.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RECOMMENDED CONTENT SHAPE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hybrid: editorial spine + programmatic substrate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32004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spine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~5–8 deep pillars / week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Human-steered, SME-reviewed, real author entities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trust and high-intent ranking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build, durable as an asset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64008" cy="320040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Programmatic substrate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~60–75 templated / week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Templated, data-backed pages over real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SKU × region × workload, price comparisons, benchmarks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Cheap; carries volume; pruned when it underperforms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972800" cy="960120"/>
          </a:xfrm>
          <a:prstGeom prst="rect">
            <a:avLst/>
          </a:prstGeom>
          <a:solidFill>
            <a:srgbClr val="F2EFE9"/>
          </a:solidFill>
          <a:ln w="9525">
            <a:solidFill>
              <a:srgbClr val="D8D5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hand-build the substrate.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audit found ~17 individually-maintained GPU pages (nvidia-h200.php, nvidia-b200.php, gb200-nvl72…). The substrate systematizes a motion NeevCloud already trusts — it doesn’t introduce a new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IN THEIR REAL 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ran the engine against their production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10312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→ money links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Split-brain: the 234-post blog sends no equity to revenue pages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28800"/>
            <a:ext cx="64008" cy="210312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011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orphan money pages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SKUs with zero internal inlinks (b300, t4, a6000, clusters…)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828800"/>
            <a:ext cx="64008" cy="210312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cannibalizing pages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cluster competing for "AI GPU cluster"; / ↔ ai-colocation ≈ 0.90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8288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828800"/>
            <a:ext cx="64008" cy="210312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011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1897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sitemap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security checkpoint — Googlebot crawl budget at risk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found: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trailing-space defect inside a sitemap &lt;loc&gt; (hand-maintained tell); money pages are server-rendered (good); robots.txt already uses modern Content-Signals. Every number here is from the prototype’s live run — nothing assumed.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972800" cy="0"/>
          </a:xfrm>
          <a:prstGeom prst="line">
            <a:avLst/>
          </a:prstGeom>
          <a:noFill/>
          <a:ln w="12700">
            <a:solidFill>
              <a:srgbClr val="D8D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1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demo-first signature: the application is the build.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ON ONE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one pipeline, one feedback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83664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79676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9676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queue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3260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62856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58868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8868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02452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98464" y="2286000"/>
            <a:ext cx="1261872" cy="914400"/>
          </a:xfrm>
          <a:prstGeom prst="rect">
            <a:avLst/>
          </a:prstGeom>
          <a:solidFill>
            <a:srgbClr val="B1542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98464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42048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38060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38060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81644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77656" y="2286000"/>
            <a:ext cx="1261872" cy="914400"/>
          </a:xfrm>
          <a:prstGeom prst="rect">
            <a:avLst/>
          </a:prstGeom>
          <a:solidFill>
            <a:srgbClr val="1F2A44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77656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monitor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21240" y="2286000"/>
            <a:ext cx="11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17252" y="2286000"/>
            <a:ext cx="12618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7252" y="2286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648188" y="3200400"/>
            <a:ext cx="0" cy="502920"/>
          </a:xfrm>
          <a:prstGeom prst="line">
            <a:avLst/>
          </a:prstGeom>
          <a:noFill/>
          <a:ln w="19050">
            <a:solidFill>
              <a:srgbClr val="B1542F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271016" y="3703320"/>
            <a:ext cx="9377172" cy="0"/>
          </a:xfrm>
          <a:prstGeom prst="line">
            <a:avLst/>
          </a:prstGeom>
          <a:noFill/>
          <a:ln w="19050">
            <a:solidFill>
              <a:srgbClr val="B1542F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1271016" y="3200400"/>
            <a:ext cx="0" cy="502920"/>
          </a:xfrm>
          <a:prstGeom prst="line">
            <a:avLst/>
          </a:prstGeom>
          <a:noFill/>
          <a:ln w="19050">
            <a:solidFill>
              <a:srgbClr val="B154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49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feedback: index + pipeline signals re-prioritize the topic queue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glues; we drop to TypeScript/Python where logic, retries &amp; idempotency demand real code.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61688" y="44348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queue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for state; a durable BullMQ/Redis queue so failed generations &amp; rate-limited index pings retry without losing position.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83296" y="44348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join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client_id → hidden CRM form field → warehouse join to MQL/SQL/opportunity. Sessions become pipeline.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DE-RISKING THE VOLUME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SEO engineering decisions that make 80/week safe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192024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Crawl &amp; indexation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sitemaps + honest lastmod; log-file analysis to cut crawl waste; index-state detection (Discovered/Crawled–not-indexed) with auto-remediation. No mass Indexing-API abuse.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83080"/>
            <a:ext cx="64008" cy="19202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Site-level quality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44144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pre-publish gate: near-dup cosine, claim/citation verification, confidential-term scan, CWV budget. Fail = no publish. Quarterly prune of decayed pages.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31920"/>
            <a:ext cx="64008" cy="192024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linking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59028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authority as a graph: pillars=hubs, substrate=spokes, edges=relevance-scored. Auto-link on publish; orphans surfaced &amp; fixed. Fix the split-brain (blog → /learn/).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931920"/>
            <a:ext cx="64008" cy="19202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SEO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59028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 so links are in initial HTML; schema generated from the data model &amp; validated; noindex vs canonical vs robots.txt used for their actual jobs; faceted infinite-space control.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CONTENT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humans intervene (and where they don’t)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sourcing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query mining, SERP gap, dataset enumeration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B154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95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× intent × 1/difficulty × $value; dedupe by embedding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0" y="2432304"/>
            <a:ext cx="1005840" cy="310896"/>
          </a:xfrm>
          <a:prstGeom prst="rect">
            <a:avLst/>
          </a:prstGeom>
          <a:solidFill>
            <a:srgbClr val="F2EFE9"/>
          </a:solidFill>
          <a:ln w="9525">
            <a:solidFill>
              <a:srgbClr val="B154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626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prompt-as-code → structured brief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5295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= template+data; spine = LLM draft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B154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965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QA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 first; editor reviews spine + sampled substrate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52560" y="4133088"/>
            <a:ext cx="1005840" cy="310896"/>
          </a:xfrm>
          <a:prstGeom prst="rect">
            <a:avLst/>
          </a:prstGeom>
          <a:solidFill>
            <a:srgbClr val="F2EFE9"/>
          </a:solidFill>
          <a:ln w="9525">
            <a:solidFill>
              <a:srgbClr val="B154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663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index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API, link injection, sharded sitemap, monitor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230368"/>
            <a:ext cx="384048" cy="384048"/>
          </a:xfrm>
          <a:prstGeom prst="ellipse">
            <a:avLst/>
          </a:prstGeom>
          <a:solidFill>
            <a:srgbClr val="B154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52303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tree + kill-switch state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0" y="5266944"/>
            <a:ext cx="1005840" cy="310896"/>
          </a:xfrm>
          <a:prstGeom prst="rect">
            <a:avLst/>
          </a:prstGeom>
          <a:solidFill>
            <a:srgbClr val="F2EFE9"/>
          </a:solidFill>
          <a:ln w="9525">
            <a:solidFill>
              <a:srgbClr val="B154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review, approve, and steer. They never hand-assemble 80 pages.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QUALITY, SAFETY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sell to government &amp; BFSI. Guardrails are gates, not advice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91440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grounded — the model may only assert facts from the brief’s source set. The gate re-checks every number against a citation. Unsourced stats fail the page.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880360"/>
            <a:ext cx="64008" cy="91440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00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leakage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Denylist + classifier scans drafts for internal-only terms, unannounced SKUs, customer names, unapproved pricing. A hit blocks and routes to human review.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31920"/>
            <a:ext cx="64008" cy="91440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416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verification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Competitive/price claims are attributed as NeevCloud’s own published claims — never asserted as independent fact.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828800"/>
            <a:ext cx="3840480" cy="3154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Kill-switch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circuit-breaker on rate-of-change: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indexed-rate drops below a rolling floor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sitewide impressions fall while volume rises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"Crawled–not-indexed" share spikes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throttle, page a human, roll back the latest wave before the domain is damaged.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 &amp; 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that reject vanity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that matters runs from indexed URLs to assisted pipeline — not sessions. We track rate of change at each layer, and the denominator is cost per indexed-ranking page.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743200"/>
          <a:ext cx="6126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743200"/>
            <a:ext cx="44805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0" y="2743200"/>
            <a:ext cx="64008" cy="338328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refuse to report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3429000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"pages published"  →  indexed-rate &amp; time-to-index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"keywords tracked"  →  ranking-keyword growth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"sessions / time on page"  →  CTR by template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"traffic"  →  assisted MQL → SQL → opportunity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"cost per post"  →  cost per indexed-ranking page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ECONOMICS &amp; THE RAMP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lean, honest cost model — and a safe ramp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3774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~$2,450–$3,850 / month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+ LLM tokens + freelance editors (India-realistic)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~$7–$11 per published page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indexed-ranking page is higher — the honest denominator the metric tree tracks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ceiling past 80/week is editor capacity, not tokens; second is crawl budget. Both monitored, both throttled.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1143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8288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0–30d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828800"/>
            <a:ext cx="4160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crawl blockers, link engine live, measurement wired  </a:t>
            </a:r>
            <a:pPr indent="0" marL="0">
              <a:buNone/>
            </a:pPr>
            <a:r>
              <a:rPr lang="en-US" sz="1150" b="1" dirty="0">
                <a:solidFill>
                  <a:srgbClr val="B1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~10–15/wk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624328"/>
            <a:ext cx="1143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624328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30–60d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624328"/>
            <a:ext cx="4160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624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(one category), QA gate enforced, kill-switch armed  </a:t>
            </a:r>
            <a:pPr indent="0" marL="0">
              <a:buNone/>
            </a:pPr>
            <a:r>
              <a:rPr lang="en-US" sz="1150" b="1" dirty="0">
                <a:solidFill>
                  <a:srgbClr val="B1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~30–45/wk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419856"/>
            <a:ext cx="1143000" cy="685800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19856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60–90d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3419856"/>
            <a:ext cx="4160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4198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categories, steady spine, prune cycle begins  </a:t>
            </a:r>
            <a:pPr indent="0" marL="0">
              <a:buNone/>
            </a:pPr>
            <a:r>
              <a:rPr lang="en-US" sz="1150" b="1" dirty="0">
                <a:solidFill>
                  <a:srgbClr val="B1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~70–80/wk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crawl-health + link foundation first. Volume on a leaky, orphan-prone domain only amplifies the leak.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PROTOTYPE —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highest-leverage component for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cross-domain internal-linking &amp; indexation auditor — the engine that keeps an 80/week system from minting orphans and cannibalizing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972800" cy="150876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D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src/audit.js --domains www.neevcloud.com,blog.neevcloud.com --max 30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discovery: 61 sitemap URLs (www) · blog sitemap = HTTP 429 (Vercel checkpoint)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analysis: link graph · orphans · cannibalization · cross-domain gaps · link recs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corpus: 23 pages | avg inlinks 3.65 | orphans 6 | cannibal clusters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depth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Sitemap-first discovery → BFS fallback → link graph → orphans → cannibalization (TF-IDF cosine) → cross-domain gaps → relevance-scored link recs.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61688" y="41605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stubbed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IndexationMonitor (GSC + logs + kill-switch) and QualityGate ship as clearly-marked interfaces. One thing that runs beats ten described.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83296" y="41605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seams
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20+, undici, cheerio, dependency-free embeddings with a one-function swap to Voyage/OpenAI. Web dashboard + /api/audit, deploys to Vercel.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5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BONUS — A SYSTEM I SHIPPED END-TO-END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Novryo Signals: daily hiring-intelligence, run unattended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1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Supabase.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fetch (Reed, Adzuna, TheirStack, Apollo) → niche filter → gpt-5-mini classifier (cached) → company scoring → daily Vercel cron. Surfaces ~10–30 companies/day to contact, for under £100/month.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64008" cy="1170432"/>
          </a:xfrm>
          <a:prstGeom prst="rect">
            <a:avLst/>
          </a:prstGeom>
          <a:solidFill>
            <a:srgbClr val="B154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9572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broke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 step does a per-table replace-by-date — delete then insert — and it is not transactional. A function dying mid-step empties that table for the day. I made it recoverable, but the real lesson: any non-atomic write needs an idempotent recovery path designed in, not discovered in prod. Hence durable queues + idempotent publish are first-class in the NeevCloud architecture.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10972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593592"/>
            <a:ext cx="64008" cy="117043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033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nearly broke quietly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50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cache keys on each posting’s source id. If a source changes its ID format, the cache silently stops hitting and LLM cost spikes — no error. Validate the key is stable before you architect on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10972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901184"/>
            <a:ext cx="64008" cy="117043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109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measured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3583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surfaced/day, cache-miss rate (the real cost driver), and outbound conversations/week — not "postings scanned." Cost was a hard constraint, so cache-miss rate is the unit-economics lever, just like cost-per-indexed-page here.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NeevCloud GTM Engineer Case Study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Prasad Khake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I would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0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throughput framing. 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from a programmatic substrate, trust from a thin editorial spine, fused by a real link engine — gated for quality, wired to pipeline, throttled by a kill-switch, and proven against their live site.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754880"/>
            <a:ext cx="2743200" cy="0"/>
          </a:xfrm>
          <a:prstGeom prst="line">
            <a:avLst/>
          </a:prstGeom>
          <a:noFill/>
          <a:ln w="31750">
            <a:solidFill>
              <a:srgbClr val="B154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983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 Khake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prasadkhake@gmail.com  ·  prasadkhake.com  ·  the application is the build.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NeevCloud GTM Engineer — The 80-Blogs-a-Week Engine</dc:title>
  <dc:subject>PptxGenJS Presentation</dc:subject>
  <dc:creator>Prasad Khake</dc:creator>
  <cp:lastModifiedBy>Prasad Khake</cp:lastModifiedBy>
  <cp:revision>1</cp:revision>
  <dcterms:created xsi:type="dcterms:W3CDTF">2026-06-02T16:54:22Z</dcterms:created>
  <dcterms:modified xsi:type="dcterms:W3CDTF">2026-06-02T16:54:22Z</dcterms:modified>
</cp:coreProperties>
</file>